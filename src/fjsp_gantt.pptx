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 snapToObjects="1">
      <p:cViewPr>
        <p:scale>
          <a:sx n="101" d="100"/>
          <a:sy n="101" d="100"/>
        </p:scale>
        <p:origin x="512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FJSP Gantt (3 machines × 5 jobs × 3 ops) — operations as separate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" y="146304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" y="237744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9" y="329184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M3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408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79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840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412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6984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155680" y="1371600"/>
            <a:ext cx="18288" cy="2926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11680" y="1536192"/>
            <a:ext cx="1371600" cy="585216"/>
          </a:xfrm>
          <a:prstGeom prst="rect">
            <a:avLst/>
          </a:prstGeom>
          <a:solidFill>
            <a:srgbClr val="4F81B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/>
              <a:t>J1-O1</a:t>
            </a:r>
          </a:p>
          <a:p>
            <a:pPr>
              <a:defRPr sz="1000"/>
            </a:pP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3383280" y="2450592"/>
            <a:ext cx="914400" cy="585216"/>
          </a:xfrm>
          <a:prstGeom prst="rect">
            <a:avLst/>
          </a:prstGeom>
          <a:solidFill>
            <a:srgbClr val="4F81B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/>
              <a:t>J1-O2</a:t>
            </a:r>
          </a:p>
          <a:p>
            <a:pPr>
              <a:defRPr sz="1000"/>
            </a:pPr>
            <a:r>
              <a:rPr dirty="0"/>
              <a:t>3.0→5.0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364992"/>
            <a:ext cx="1828800" cy="585216"/>
          </a:xfrm>
          <a:prstGeom prst="rect">
            <a:avLst/>
          </a:prstGeom>
          <a:solidFill>
            <a:srgbClr val="4F81B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J1-O3</a:t>
            </a:r>
          </a:p>
          <a:p>
            <a:pPr>
              <a:defRPr sz="1000"/>
            </a:pPr>
            <a:r>
              <a:t>5.0→9.0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1536192"/>
            <a:ext cx="914400" cy="585216"/>
          </a:xfrm>
          <a:prstGeom prst="rect">
            <a:avLst/>
          </a:prstGeom>
          <a:solidFill>
            <a:srgbClr val="C0504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J2-O1</a:t>
            </a:r>
          </a:p>
          <a:p>
            <a:pPr>
              <a:defRPr sz="1000"/>
            </a:pPr>
            <a:r>
              <a:t>3.0→5.0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450592"/>
            <a:ext cx="1371600" cy="585216"/>
          </a:xfrm>
          <a:prstGeom prst="rect">
            <a:avLst/>
          </a:prstGeom>
          <a:solidFill>
            <a:srgbClr val="C0504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J2-O2</a:t>
            </a:r>
          </a:p>
          <a:p>
            <a:pPr>
              <a:defRPr sz="1000"/>
            </a:pPr>
            <a:r>
              <a:t>5.0→8.0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364992"/>
            <a:ext cx="914400" cy="585216"/>
          </a:xfrm>
          <a:prstGeom prst="rect">
            <a:avLst/>
          </a:prstGeom>
          <a:solidFill>
            <a:srgbClr val="C0504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J2-O3</a:t>
            </a:r>
          </a:p>
          <a:p>
            <a:pPr>
              <a:defRPr sz="1000"/>
            </a:pPr>
            <a:r>
              <a:t>9.0→11.0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20824" y="3364992"/>
            <a:ext cx="1828800" cy="585216"/>
          </a:xfrm>
          <a:prstGeom prst="rect">
            <a:avLst/>
          </a:prstGeom>
          <a:solidFill>
            <a:srgbClr val="9BBB5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/>
              <a:t>J3-O1</a:t>
            </a:r>
          </a:p>
          <a:p>
            <a:pPr>
              <a:defRPr sz="1000"/>
            </a:pPr>
            <a:r>
              <a:rPr dirty="0"/>
              <a:t>5.0→9.0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450592"/>
            <a:ext cx="457200" cy="585216"/>
          </a:xfrm>
          <a:prstGeom prst="rect">
            <a:avLst/>
          </a:prstGeom>
          <a:solidFill>
            <a:srgbClr val="9BBB5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/>
              <a:t>J3-O2</a:t>
            </a:r>
          </a:p>
          <a:p>
            <a:pPr>
              <a:defRPr sz="1000"/>
            </a:pPr>
            <a:r>
              <a:rPr dirty="0"/>
              <a:t>9.0→10.0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364992"/>
            <a:ext cx="1371600" cy="585216"/>
          </a:xfrm>
          <a:prstGeom prst="rect">
            <a:avLst/>
          </a:prstGeom>
          <a:solidFill>
            <a:srgbClr val="9BBB5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J3-O3</a:t>
            </a:r>
          </a:p>
          <a:p>
            <a:pPr>
              <a:defRPr sz="1000"/>
            </a:pPr>
            <a:r>
              <a:t>11.0→14.0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536192"/>
            <a:ext cx="457200" cy="585216"/>
          </a:xfrm>
          <a:prstGeom prst="rect">
            <a:avLst/>
          </a:prstGeom>
          <a:solidFill>
            <a:srgbClr val="8064A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J4-O1</a:t>
            </a:r>
          </a:p>
          <a:p>
            <a:pPr>
              <a:defRPr sz="1000"/>
            </a:pPr>
            <a:r>
              <a:t>9.0→10.0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450592"/>
            <a:ext cx="1371600" cy="585216"/>
          </a:xfrm>
          <a:prstGeom prst="rect">
            <a:avLst/>
          </a:prstGeom>
          <a:solidFill>
            <a:srgbClr val="8064A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J4-O2</a:t>
            </a:r>
          </a:p>
          <a:p>
            <a:pPr>
              <a:defRPr sz="1000"/>
            </a:pPr>
            <a:r>
              <a:t>10.0→13.0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364992"/>
            <a:ext cx="914400" cy="585216"/>
          </a:xfrm>
          <a:prstGeom prst="rect">
            <a:avLst/>
          </a:prstGeom>
          <a:solidFill>
            <a:srgbClr val="8064A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J4-O3</a:t>
            </a:r>
          </a:p>
          <a:p>
            <a:pPr>
              <a:defRPr sz="1000"/>
            </a:pPr>
            <a:r>
              <a:t>14.0→16.0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1536192"/>
            <a:ext cx="914400" cy="585216"/>
          </a:xfrm>
          <a:prstGeom prst="rect">
            <a:avLst/>
          </a:prstGeom>
          <a:solidFill>
            <a:srgbClr val="F2A9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J5-O1</a:t>
            </a:r>
          </a:p>
          <a:p>
            <a:pPr>
              <a:defRPr sz="1000"/>
            </a:pPr>
            <a:r>
              <a:t>10.0→12.0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2450592"/>
            <a:ext cx="914400" cy="585216"/>
          </a:xfrm>
          <a:prstGeom prst="rect">
            <a:avLst/>
          </a:prstGeom>
          <a:solidFill>
            <a:srgbClr val="F2A9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J5-O2</a:t>
            </a:r>
          </a:p>
          <a:p>
            <a:pPr>
              <a:defRPr sz="1000"/>
            </a:pPr>
            <a:r>
              <a:t>13.0→15.0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3364992"/>
            <a:ext cx="1371600" cy="585216"/>
          </a:xfrm>
          <a:prstGeom prst="rect">
            <a:avLst/>
          </a:prstGeom>
          <a:solidFill>
            <a:srgbClr val="F2A9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J5-O3</a:t>
            </a:r>
          </a:p>
          <a:p>
            <a:pPr>
              <a:defRPr sz="1000"/>
            </a:pPr>
            <a:r>
              <a:t>16.0→19.0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20" y="1463040"/>
            <a:ext cx="228600" cy="182880"/>
          </a:xfrm>
          <a:prstGeom prst="rect">
            <a:avLst/>
          </a:prstGeom>
          <a:solidFill>
            <a:srgbClr val="4F81B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521440" y="146304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J1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47120" y="1719072"/>
            <a:ext cx="228600" cy="182880"/>
          </a:xfrm>
          <a:prstGeom prst="rect">
            <a:avLst/>
          </a:prstGeom>
          <a:solidFill>
            <a:srgbClr val="C0504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521440" y="171907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J2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47120" y="1975104"/>
            <a:ext cx="228600" cy="182880"/>
          </a:xfrm>
          <a:prstGeom prst="rect">
            <a:avLst/>
          </a:prstGeom>
          <a:solidFill>
            <a:srgbClr val="9BBB5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521440" y="197510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J3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47120" y="2231136"/>
            <a:ext cx="228600" cy="182880"/>
          </a:xfrm>
          <a:prstGeom prst="rect">
            <a:avLst/>
          </a:prstGeom>
          <a:solidFill>
            <a:srgbClr val="8064A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521440" y="2231136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J4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47120" y="2487168"/>
            <a:ext cx="228600" cy="182880"/>
          </a:xfrm>
          <a:prstGeom prst="rect">
            <a:avLst/>
          </a:prstGeom>
          <a:solidFill>
            <a:srgbClr val="F2A9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521440" y="248716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J5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</Words>
  <Application>Microsoft Macintosh PowerPoint</Application>
  <PresentationFormat>On-screen Show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Tang Yu (tanu)</cp:lastModifiedBy>
  <cp:revision>2</cp:revision>
  <dcterms:created xsi:type="dcterms:W3CDTF">2013-01-27T09:14:16Z</dcterms:created>
  <dcterms:modified xsi:type="dcterms:W3CDTF">2025-11-04T15:28:11Z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2025-11-04T15:28:11Z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86cccc1d-ca29-4fb6-b918-f5c58fd93c0e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50, 3, 0, 1</vt:lpwstr>
  </property>
</Properties>
</file>